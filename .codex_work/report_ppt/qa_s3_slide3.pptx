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02793cf95c49a2" /><Relationship Type="http://schemas.openxmlformats.org/officeDocument/2006/relationships/extended-properties" Target="/docProps/app.xml" Id="Re05eb5ccd9d44b18" /><Relationship Type="http://schemas.openxmlformats.org/officeDocument/2006/relationships/officeDocument" Target="/ppt/presentation.xml" Id="R774362187161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5574b3a10449dc"/>
  </p:sldMasterIdLst>
  <p:notesMasterIdLst>
    <p:notesMasterId xmlns:r="http://schemas.openxmlformats.org/officeDocument/2006/relationships" r:id="R266278480b96471e"/>
  </p:notesMasterIdLst>
  <p:sldIdLst>
    <p:sldId xmlns:r="http://schemas.openxmlformats.org/officeDocument/2006/relationships" id="256" r:id="R88a0d71f236549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afdb8149f54a14" /><Relationship Type="http://schemas.openxmlformats.org/officeDocument/2006/relationships/slideMaster" Target="/ppt/slideMasters/slideMaster1.xml" Id="R5c5574b3a10449dc" /><Relationship Type="http://schemas.openxmlformats.org/officeDocument/2006/relationships/notesMaster" Target="/ppt/notesMasters/notesMaster1.xml" Id="R266278480b96471e" /><Relationship Type="http://schemas.openxmlformats.org/officeDocument/2006/relationships/presProps" Target="/ppt/presProps.xml" Id="R49ed2c44aadd4deb" /><Relationship Type="http://schemas.openxmlformats.org/officeDocument/2006/relationships/tableStyles" Target="/ppt/tableStyles.xml" Id="R5325b23cd63c4219" /><Relationship Type="http://schemas.openxmlformats.org/officeDocument/2006/relationships/slide" Target="/ppt/slides/slide1.xml" Id="R88a0d71f236549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1f8aeafaf344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983e4b3d534b47" /><Relationship Type="http://schemas.openxmlformats.org/officeDocument/2006/relationships/notesMaster" Target="/ppt/notesMasters/notesMaster1.xml" Id="R86be686a01ef4f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Report.xlsx — Sheet1!A1:J7 — داده‌های ارائه‌شده توسط کاربر.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مبالغ حق‌القدم بر حسب میلیون تومان است؛ مبلغ ائمه جماعت همکار صفر است.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66a550bcd47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40f6504e084f2e" /><Relationship Type="http://schemas.openxmlformats.org/officeDocument/2006/relationships/slideLayout" Target="/ppt/slideLayouts/slideLayout1.xml" Id="Raa50743318dc43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50743318dc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d2c5c567e45fb" /><Relationship Type="http://schemas.openxmlformats.org/officeDocument/2006/relationships/chart" Target="/ppt/slides/charts/chart1.xml" Id="R1b739eb500f84a5f" /><Relationship Type="http://schemas.openxmlformats.org/officeDocument/2006/relationships/notesSlide" Target="/ppt/notesSlides/notesSlide1.xml" Id="R8f88fb25190e464e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تومان میلیون — اداره تفکیک به جماعت امام حق‌القدم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r">
            <a:defRPr sz="1613" b="1">
              <a:solidFill>
                <a:srgbClr val="101820"/>
              </a:solidFill>
              <a:latin typeface="Tahoma"/>
              <a:ea typeface="Tahoma"/>
              <a:cs typeface="Tahoma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حق‌القدم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7CDD3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7CDD3"/>
              </a:solidFill>
            </c:spPr>
          </c:dPt>
          <c:cat>
            <c:strLit>
              <c:ptCount val="6"/>
              <c:pt idx="0">
                <c:v>۶ اداره</c:v>
              </c:pt>
              <c:pt idx="1">
                <c:v>۵ اداره</c:v>
              </c:pt>
              <c:pt idx="2">
                <c:v>۴ اداره</c:v>
              </c:pt>
              <c:pt idx="3">
                <c:v>۳ اداره</c:v>
              </c:pt>
              <c:pt idx="4">
                <c:v>۲ اداره</c:v>
              </c:pt>
              <c:pt idx="5">
                <c:v>۱ اداره</c:v>
              </c:pt>
            </c:strLit>
          </c:cat>
          <c:val>
            <c:numLit>
              <c:formatCode>0.0</c:formatCode>
              <c:ptCount val="6"/>
              <c:pt idx="0">
                <c:v>0</c:v>
              </c:pt>
              <c:pt idx="1">
                <c:v>5</c:v>
              </c:pt>
              <c:pt idx="2">
                <c:v>6</c:v>
              </c:pt>
              <c:pt idx="3">
                <c:v>6</c:v>
              </c:pt>
              <c:pt idx="4">
                <c:v>10.5</c:v>
              </c:pt>
              <c:pt idx="5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1820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1DC0725B-FEFC-41C2-9188-3124600B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تابعه ادارات نمازخانه‌های وضعیت گزارش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2040FE-AB46-463F-BDC3-4078A54B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"/>
            <a:ext cx="1079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اجرا کیفیت اولویت و حق‌القدم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04827C6-0FDE-426E-9BF2-5F75DEA2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00050" y="1733550"/>
          <a:ext xmlns:a="http://schemas.openxmlformats.org/drawingml/2006/main" cx="70961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739eb500f84a5f"/>
          </a:graphicData>
        </a:graphic>
      </p:graphicFrame>
      <p:sp>
        <p:nvSpPr>
          <p:cNvPr id="5" name="payment-total-panel">
            <a:extLst xmlns:a="http://schemas.openxmlformats.org/drawingml/2006/main">
              <a:ext uri="{FF2B5EF4-FFF2-40B4-BE49-F238E27FC236}">
                <a16:creationId xmlns:a16="http://schemas.microsoft.com/office/drawing/2014/main" id="{23491D62-648A-4925-B1AB-9E82CC85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3355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yment-total-accent">
            <a:extLst xmlns:a="http://schemas.openxmlformats.org/drawingml/2006/main">
              <a:ext uri="{FF2B5EF4-FFF2-40B4-BE49-F238E27FC236}">
                <a16:creationId xmlns:a16="http://schemas.microsoft.com/office/drawing/2014/main" id="{C5964EA9-A50C-40A0-B145-C7F3D596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173355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yment-total-number">
            <a:extLst xmlns:a="http://schemas.openxmlformats.org/drawingml/2006/main">
              <a:ext uri="{FF2B5EF4-FFF2-40B4-BE49-F238E27FC236}">
                <a16:creationId xmlns:a16="http://schemas.microsoft.com/office/drawing/2014/main" id="{A515C25D-6981-4954-AE13-E8AA80A0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۲۷٫۵</a:t>
            </a:r>
          </a:p>
        </p:txBody>
      </p:sp>
      <p:sp>
        <p:nvSpPr>
          <p:cNvPr id="8" name="payment-total-label">
            <a:extLst xmlns:a="http://schemas.openxmlformats.org/drawingml/2006/main">
              <a:ext uri="{FF2B5EF4-FFF2-40B4-BE49-F238E27FC236}">
                <a16:creationId xmlns:a16="http://schemas.microsoft.com/office/drawing/2014/main" id="{DD7D4CE5-B632-4B9A-BFC6-2CAD0CA1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7172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مدعو ائمه حق‌القدم مجموع</a:t>
            </a:r>
          </a:p>
        </p:txBody>
      </p:sp>
      <p:sp>
        <p:nvSpPr>
          <p:cNvPr id="9" name="payment-total-detail">
            <a:extLst xmlns:a="http://schemas.openxmlformats.org/drawingml/2006/main">
              <a:ext uri="{FF2B5EF4-FFF2-40B4-BE49-F238E27FC236}">
                <a16:creationId xmlns:a16="http://schemas.microsoft.com/office/drawing/2014/main" id="{A04BE7CA-3CEF-42FD-8123-8055F8AD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اداره چهار در | تومان میلیون</a:t>
            </a:r>
          </a:p>
        </p:txBody>
      </p:sp>
      <p:sp>
        <p:nvSpPr>
          <p:cNvPr id="10" name="employee-imams-panel">
            <a:extLst xmlns:a="http://schemas.openxmlformats.org/drawingml/2006/main">
              <a:ext uri="{FF2B5EF4-FFF2-40B4-BE49-F238E27FC236}">
                <a16:creationId xmlns:a16="http://schemas.microsoft.com/office/drawing/2014/main" id="{FD633147-D726-486F-BABA-8D4A6472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mployee-imams-accent">
            <a:extLst xmlns:a="http://schemas.openxmlformats.org/drawingml/2006/main">
              <a:ext uri="{FF2B5EF4-FFF2-40B4-BE49-F238E27FC236}">
                <a16:creationId xmlns:a16="http://schemas.microsoft.com/office/drawing/2014/main" id="{E7DA2CFD-2FAF-46FD-8B6D-E111D534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08610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mployee-imams-number">
            <a:extLst xmlns:a="http://schemas.openxmlformats.org/drawingml/2006/main">
              <a:ext uri="{FF2B5EF4-FFF2-40B4-BE49-F238E27FC236}">
                <a16:creationId xmlns:a16="http://schemas.microsoft.com/office/drawing/2014/main" id="{8D55DD13-4F95-462C-BB69-14CE2254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  <p:sp>
        <p:nvSpPr>
          <p:cNvPr id="13" name="employee-imams-label">
            <a:extLst xmlns:a="http://schemas.openxmlformats.org/drawingml/2006/main">
              <a:ext uri="{FF2B5EF4-FFF2-40B4-BE49-F238E27FC236}">
                <a16:creationId xmlns:a16="http://schemas.microsoft.com/office/drawing/2014/main" id="{E3C0A256-E5A9-44A1-A047-7A8223DC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242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حق‌القدم بدون</a:t>
            </a:r>
          </a:p>
        </p:txBody>
      </p:sp>
      <p:sp>
        <p:nvSpPr>
          <p:cNvPr id="14" name="employee-imams-detail">
            <a:extLst xmlns:a="http://schemas.openxmlformats.org/drawingml/2006/main">
              <a:ext uri="{FF2B5EF4-FFF2-40B4-BE49-F238E27FC236}">
                <a16:creationId xmlns:a16="http://schemas.microsoft.com/office/drawing/2014/main" id="{A503C875-46C9-45C5-8B05-AAE06187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95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۶ و ۱ ادارات | همکار جماعت امام</a:t>
            </a:r>
          </a:p>
        </p:txBody>
      </p:sp>
      <p:sp>
        <p:nvSpPr>
          <p:cNvPr id="15" name="next-actions-panel">
            <a:extLst xmlns:a="http://schemas.openxmlformats.org/drawingml/2006/main">
              <a:ext uri="{FF2B5EF4-FFF2-40B4-BE49-F238E27FC236}">
                <a16:creationId xmlns:a16="http://schemas.microsoft.com/office/drawing/2014/main" id="{E292BDA4-BBCD-4BBE-86C4-1A5A4E94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ext-actions-accent">
            <a:extLst xmlns:a="http://schemas.openxmlformats.org/drawingml/2006/main">
              <a:ext uri="{FF2B5EF4-FFF2-40B4-BE49-F238E27FC236}">
                <a16:creationId xmlns:a16="http://schemas.microsoft.com/office/drawing/2014/main" id="{C23D61F9-FD93-4E76-B50C-2EFD02B0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43865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ext-actions-number">
            <a:extLst xmlns:a="http://schemas.openxmlformats.org/drawingml/2006/main">
              <a:ext uri="{FF2B5EF4-FFF2-40B4-BE49-F238E27FC236}">
                <a16:creationId xmlns:a16="http://schemas.microsoft.com/office/drawing/2014/main" id="{C2316014-0AB0-48D7-B6E6-242920F9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910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  <p:sp>
        <p:nvSpPr>
          <p:cNvPr id="18" name="next-actions-label">
            <a:extLst xmlns:a="http://schemas.openxmlformats.org/drawingml/2006/main">
              <a:ext uri="{FF2B5EF4-FFF2-40B4-BE49-F238E27FC236}">
                <a16:creationId xmlns:a16="http://schemas.microsoft.com/office/drawing/2014/main" id="{BBBE43BE-1125-442E-8B4F-9FA5BEC3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7682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اجرا کیفیت و داده تثبیت</a:t>
            </a:r>
          </a:p>
        </p:txBody>
      </p:sp>
      <p:sp>
        <p:nvSpPr>
          <p:cNvPr id="19" name="next-actions-detail">
            <a:extLst xmlns:a="http://schemas.openxmlformats.org/drawingml/2006/main">
              <a:ext uri="{FF2B5EF4-FFF2-40B4-BE49-F238E27FC236}">
                <a16:creationId xmlns:a16="http://schemas.microsoft.com/office/drawing/2014/main" id="{4FC017BC-B050-4AFD-8610-E11A54E1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7210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۶ و ۲ در امام انتظام ۴؛ و ۲ تعدیل</a:t>
            </a:r>
          </a:p>
        </p:txBody>
      </p:sp>
      <p:sp>
        <p:nvSpPr>
          <p:cNvPr id="20" name="close-message">
            <a:extLst xmlns:a="http://schemas.openxmlformats.org/drawingml/2006/main">
              <a:ext uri="{FF2B5EF4-FFF2-40B4-BE49-F238E27FC236}">
                <a16:creationId xmlns:a16="http://schemas.microsoft.com/office/drawing/2014/main" id="{B4DAF1AB-D858-490F-B167-F0E3F612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ose-message-text">
            <a:extLst xmlns:a="http://schemas.openxmlformats.org/drawingml/2006/main">
              <a:ext uri="{FF2B5EF4-FFF2-40B4-BE49-F238E27FC236}">
                <a16:creationId xmlns:a16="http://schemas.microsoft.com/office/drawing/2014/main" id="{D497FC3E-6C6D-4E7E-A0C2-6432BD22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13" b="1">
                <a:solidFill>
                  <a:srgbClr val="174F72"/>
                </a:solidFill>
                <a:latin typeface="Tahoma"/>
                <a:ea typeface="Tahoma"/>
                <a:cs typeface="Tahoma"/>
              </a:defRPr>
            </a:pPr>
            <a:r>
              <a:rPr sz="1313" b="1">
                <a:solidFill>
                  <a:srgbClr val="174F72"/>
                </a:solidFill>
                <a:latin typeface="Tahoma"/>
                <a:ea typeface="Tahoma"/>
                <a:cs typeface="Tahoma"/>
              </a:rPr>
              <a:t>است. نماز اقامه انتظام ارتقای و حضور سنجش مبنای تثبیت اولویت، است؛ فراهم عمومی زیرساخت مدیریتی: جمع‌بندی</a:t>
            </a:r>
          </a:p>
        </p:txBody>
      </p:sp>
      <p:sp>
        <p:nvSpPr>
          <p:cNvPr id="2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EAE9F02-C646-4E3F-990A-0F65A3FA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</p:spTree>
    <p:extLst>
      <p:ext uri="{BB962C8B-B14F-4D97-AF65-F5344CB8AC3E}">
        <p14:creationId xmlns:p14="http://schemas.microsoft.com/office/powerpoint/2010/main" val="1940945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2026-08-13T05:49:40.2680000Z</dcterms:created>
  <dcterms:modified xsi:type="dcterms:W3CDTF">2026-08-13T05:49:40.2680000Z</dcterms:modified>
</coreProperties>
</file>