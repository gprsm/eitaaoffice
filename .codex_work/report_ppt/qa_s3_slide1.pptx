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3c9b4ecf4045cc" /><Relationship Type="http://schemas.openxmlformats.org/officeDocument/2006/relationships/extended-properties" Target="/docProps/app.xml" Id="Ra50c2cc2613c46b0" /><Relationship Type="http://schemas.openxmlformats.org/officeDocument/2006/relationships/officeDocument" Target="/ppt/presentation.xml" Id="R056cfbea2cc34f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02d60288074f61"/>
  </p:sldMasterIdLst>
  <p:notesMasterIdLst>
    <p:notesMasterId xmlns:r="http://schemas.openxmlformats.org/officeDocument/2006/relationships" r:id="Rf4bca9d9f1334cf9"/>
  </p:notesMasterIdLst>
  <p:sldIdLst>
    <p:sldId xmlns:r="http://schemas.openxmlformats.org/officeDocument/2006/relationships" id="256" r:id="Rc48291b6421844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af08e641154431" /><Relationship Type="http://schemas.openxmlformats.org/officeDocument/2006/relationships/slideMaster" Target="/ppt/slideMasters/slideMaster1.xml" Id="Rad02d60288074f61" /><Relationship Type="http://schemas.openxmlformats.org/officeDocument/2006/relationships/notesMaster" Target="/ppt/notesMasters/notesMaster1.xml" Id="Rf4bca9d9f1334cf9" /><Relationship Type="http://schemas.openxmlformats.org/officeDocument/2006/relationships/presProps" Target="/ppt/presProps.xml" Id="Rb4992fc8c9c24df9" /><Relationship Type="http://schemas.openxmlformats.org/officeDocument/2006/relationships/tableStyles" Target="/ppt/tableStyles.xml" Id="R2809f67c169b4704" /><Relationship Type="http://schemas.openxmlformats.org/officeDocument/2006/relationships/slide" Target="/ppt/slides/slide1.xml" Id="Rc48291b6421844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fb8b57498e41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23a6ee90c947e5" /><Relationship Type="http://schemas.openxmlformats.org/officeDocument/2006/relationships/notesMaster" Target="/ppt/notesMasters/notesMaster1.xml" Id="R4467644f059747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Report.xlsx — Sheet1!A1:J7 — داده‌های ارائه‌شده توسط کاربر.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ab5b7d74b04f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6b95bec9f6451c" /><Relationship Type="http://schemas.openxmlformats.org/officeDocument/2006/relationships/slideLayout" Target="/ppt/slideLayouts/slideLayout1.xml" Id="R5d7303742fda41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7303742fda41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9bd5c7a1684578" /><Relationship Type="http://schemas.openxmlformats.org/officeDocument/2006/relationships/notesSlide" Target="/ppt/notesSlides/notesSlide1.xml" Id="R978ae835480545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5C6A5C92-5AB3-4DA5-8F8D-8FFDE104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91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3D8DF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3D8DFF"/>
                </a:solidFill>
                <a:latin typeface="Tahoma"/>
                <a:ea typeface="Tahoma"/>
                <a:cs typeface="Tahoma"/>
              </a:rPr>
              <a:t>توسعه قابل روایی نمونه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96D07AD-8950-4520-BE18-87ABE534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143125"/>
            <a:ext cx="96964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550" b="1">
                <a:solidFill>
                  <a:srgbClr val="101820"/>
                </a:solidFill>
                <a:latin typeface="Tahoma"/>
                <a:ea typeface="Tahoma"/>
                <a:cs typeface="Tahoma"/>
              </a:defRPr>
            </a:pPr>
            <a:r>
              <a:rPr sz="5550" b="1">
                <a:solidFill>
                  <a:srgbClr val="101820"/>
                </a:solidFill>
                <a:latin typeface="Tahoma"/>
                <a:ea typeface="Tahoma"/>
                <a:cs typeface="Tahoma"/>
              </a:rPr>
              <a:t>وضعیت گزارش</a:t>
            </a:r>
          </a:p>
          <a:p xmlns:a="http://schemas.openxmlformats.org/drawingml/2006/main">
            <a:pPr algn="r">
              <a:defRPr sz="5550" b="1">
                <a:solidFill>
                  <a:srgbClr val="101820"/>
                </a:solidFill>
                <a:latin typeface="Tahoma"/>
                <a:ea typeface="Tahoma"/>
                <a:cs typeface="Tahoma"/>
              </a:defRPr>
            </a:pPr>
            <a:r>
              <a:rPr sz="5550" b="1">
                <a:solidFill>
                  <a:srgbClr val="101820"/>
                </a:solidFill>
                <a:latin typeface="Tahoma"/>
                <a:ea typeface="Tahoma"/>
                <a:cs typeface="Tahoma"/>
              </a:rPr>
              <a:t>تابعه ادارات نمازخانه‌های</a:t>
            </a:r>
          </a:p>
        </p:txBody>
      </p:sp>
      <p:sp>
        <p:nvSpPr>
          <p:cNvPr id="3" name="cover-rule">
            <a:extLst xmlns:a="http://schemas.openxmlformats.org/drawingml/2006/main">
              <a:ext uri="{FF2B5EF4-FFF2-40B4-BE49-F238E27FC236}">
                <a16:creationId xmlns:a16="http://schemas.microsoft.com/office/drawing/2014/main" id="{A1D07A81-6560-4561-94B4-1E5E60F6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10125"/>
            <a:ext cx="617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292FF194-7BB7-40E5-BBA2-2C20D67B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05400"/>
            <a:ext cx="712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56616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56616D"/>
                </a:solidFill>
                <a:latin typeface="Tahoma"/>
                <a:ea typeface="Tahoma"/>
                <a:cs typeface="Tahoma"/>
              </a:rPr>
              <a:t>نماز اقامه انتظام و زیرساخت حضور، | اداره شش</a:t>
            </a:r>
          </a:p>
        </p:txBody>
      </p:sp>
      <p:sp>
        <p:nvSpPr>
          <p:cNvPr id="5" name="cover-source">
            <a:extLst xmlns:a="http://schemas.openxmlformats.org/drawingml/2006/main">
              <a:ext uri="{FF2B5EF4-FFF2-40B4-BE49-F238E27FC236}">
                <a16:creationId xmlns:a16="http://schemas.microsoft.com/office/drawing/2014/main" id="{541B47E5-D336-4DDD-AFA1-879A9DB7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886450"/>
            <a:ext cx="5457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6616D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6616D"/>
                </a:solidFill>
                <a:latin typeface="Tahoma"/>
                <a:ea typeface="Tahoma"/>
                <a:cs typeface="Tahoma"/>
              </a:rPr>
              <a:t>میدانی بازدیدهای و ادارات اعلامی اطلاعات پایه بر</a:t>
            </a:r>
          </a:p>
        </p:txBody>
      </p:sp>
      <p:sp>
        <p:nvSpPr>
          <p:cNvPr id="6" name="slide-number-1">
            <a:extLst xmlns:a="http://schemas.openxmlformats.org/drawingml/2006/main">
              <a:ext uri="{FF2B5EF4-FFF2-40B4-BE49-F238E27FC236}">
                <a16:creationId xmlns:a16="http://schemas.microsoft.com/office/drawing/2014/main" id="{13CA15E9-A96E-4DAA-9F25-10B202CD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56616D"/>
                </a:solidFill>
                <a:latin typeface="Tahoma"/>
                <a:ea typeface="Tahoma"/>
                <a:cs typeface="Tahoma"/>
              </a:rPr>
              <a:t>۱</a:t>
            </a:r>
          </a:p>
        </p:txBody>
      </p:sp>
    </p:spTree>
    <p:extLst>
      <p:ext uri="{BB962C8B-B14F-4D97-AF65-F5344CB8AC3E}">
        <p14:creationId xmlns:p14="http://schemas.microsoft.com/office/powerpoint/2010/main" val="16894179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2026-08-13T05:49:38.2880000Z</dcterms:created>
  <dcterms:modified xsi:type="dcterms:W3CDTF">2026-08-13T05:49:38.2880000Z</dcterms:modified>
</coreProperties>
</file>