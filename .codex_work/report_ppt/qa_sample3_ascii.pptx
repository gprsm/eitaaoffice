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3beda71da4882" /><Relationship Type="http://schemas.openxmlformats.org/officeDocument/2006/relationships/extended-properties" Target="/docProps/app.xml" Id="Ra4d887d2cdda45c6" /><Relationship Type="http://schemas.openxmlformats.org/officeDocument/2006/relationships/officeDocument" Target="/ppt/presentation.xml" Id="Rd49f5197fa3f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f5c2b5f9f4197"/>
  </p:sldMasterIdLst>
  <p:notesMasterIdLst>
    <p:notesMasterId xmlns:r="http://schemas.openxmlformats.org/officeDocument/2006/relationships" r:id="R67f8b46f22d04305"/>
  </p:notesMasterIdLst>
  <p:sldIdLst>
    <p:sldId xmlns:r="http://schemas.openxmlformats.org/officeDocument/2006/relationships" id="256" r:id="R5fab6fb8a19b4a4b"/>
    <p:sldId xmlns:r="http://schemas.openxmlformats.org/officeDocument/2006/relationships" id="257" r:id="R94479abeee014010"/>
    <p:sldId xmlns:r="http://schemas.openxmlformats.org/officeDocument/2006/relationships" id="258" r:id="R9b5212aaa3124b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d3d59109a4a91" /><Relationship Type="http://schemas.openxmlformats.org/officeDocument/2006/relationships/slideMaster" Target="/ppt/slideMasters/slideMaster1.xml" Id="R290f5c2b5f9f4197" /><Relationship Type="http://schemas.openxmlformats.org/officeDocument/2006/relationships/notesMaster" Target="/ppt/notesMasters/notesMaster1.xml" Id="R67f8b46f22d04305" /><Relationship Type="http://schemas.openxmlformats.org/officeDocument/2006/relationships/presProps" Target="/ppt/presProps.xml" Id="R0849815285004c59" /><Relationship Type="http://schemas.openxmlformats.org/officeDocument/2006/relationships/tableStyles" Target="/ppt/tableStyles.xml" Id="R26497cb86ace4612" /><Relationship Type="http://schemas.openxmlformats.org/officeDocument/2006/relationships/slide" Target="/ppt/slides/slide1.xml" Id="R5fab6fb8a19b4a4b" /><Relationship Type="http://schemas.openxmlformats.org/officeDocument/2006/relationships/slide" Target="/ppt/slides/slide2.xml" Id="R94479abeee014010" /><Relationship Type="http://schemas.openxmlformats.org/officeDocument/2006/relationships/slide" Target="/ppt/slides/slide3.xml" Id="R9b5212aaa3124b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13af4dc864b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94201347304977" /><Relationship Type="http://schemas.openxmlformats.org/officeDocument/2006/relationships/notesMaster" Target="/ppt/notesMasters/notesMaster1.xml" Id="R14d1b627502e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c0cb284f9941d6" /><Relationship Type="http://schemas.openxmlformats.org/officeDocument/2006/relationships/notesMaster" Target="/ppt/notesMasters/notesMaster1.xml" Id="Rda326523ba4242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a979e775404818" /><Relationship Type="http://schemas.openxmlformats.org/officeDocument/2006/relationships/notesMaster" Target="/ppt/notesMasters/notesMaster1.xml" Id="Rfcaf029a33284e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مبالغ حق‌القدم بر حسب میلیون تومان است؛ مبلغ ائمه جماعت همکار صفر است.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672f8d024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1a0dcd17e4988" /><Relationship Type="http://schemas.openxmlformats.org/officeDocument/2006/relationships/slideLayout" Target="/ppt/slideLayouts/slideLayout1.xml" Id="Rc0e86ee838a6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86ee838a6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53b50c1b4ac2" /><Relationship Type="http://schemas.openxmlformats.org/officeDocument/2006/relationships/notesSlide" Target="/ppt/notesSlides/notesSlide1.xml" Id="R6aaf4cadae3f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b0a957ad74b5b" /><Relationship Type="http://schemas.openxmlformats.org/officeDocument/2006/relationships/chart" Target="/ppt/slides/charts/chart1.xml" Id="R82e2f6d10b224495" /><Relationship Type="http://schemas.openxmlformats.org/officeDocument/2006/relationships/notesSlide" Target="/ppt/notesSlides/notesSlide2.xml" Id="Rc459267c492d49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70726c9dc4dae" /><Relationship Type="http://schemas.openxmlformats.org/officeDocument/2006/relationships/chart" Target="/ppt/slides/charts/chart2.xml" Id="Re7ce9513a68d4937" /><Relationship Type="http://schemas.openxmlformats.org/officeDocument/2006/relationships/notesSlide" Target="/ppt/notesSlides/notesSlide3.xml" Id="R45f4d6f7ac494a9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اداره هر در ثبت‌شده مشارکت نسبت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r">
            <a:defRPr sz="1650" b="1">
              <a:solidFill>
                <a:srgbClr val="101820"/>
              </a:solidFill>
              <a:latin typeface="Tahoma"/>
              <a:ea typeface="Tahoma"/>
              <a:cs typeface="Tahoma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مشارکت</c:v>
          </c:tx>
          <c:spPr>
            <a:solidFill xmlns:a="http://schemas.openxmlformats.org/drawingml/2006/main">
              <a:srgbClr val="3D8DFF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cat>
            <c:strLit>
              <c:ptCount val="6"/>
              <c:pt idx="0">
                <c:v>۶ اداره</c:v>
              </c:pt>
              <c:pt idx="1">
                <c:v>۵ اداره</c:v>
              </c:pt>
              <c:pt idx="2">
                <c:v>۴ اداره</c:v>
              </c:pt>
              <c:pt idx="3">
                <c:v>۳ اداره</c:v>
              </c:pt>
              <c:pt idx="4">
                <c:v>۲ اداره</c:v>
              </c:pt>
              <c:pt idx="5">
                <c:v>۱ اداره</c:v>
              </c:pt>
            </c:strLit>
          </c:cat>
          <c:val>
            <c:numLit>
              <c:formatCode>0"%"</c:formatCode>
              <c:ptCount val="6"/>
              <c:pt idx="0">
                <c:v>70</c:v>
              </c:pt>
              <c:pt idx="1">
                <c:v>35</c:v>
              </c:pt>
              <c:pt idx="2">
                <c:v>60</c:v>
              </c:pt>
              <c:pt idx="3">
                <c:v>50</c:v>
              </c:pt>
              <c:pt idx="4">
                <c:v>30</c:v>
              </c:pt>
              <c:pt idx="5">
                <c:v>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تومان میلیون — اداره تفکیک به جماعت امام حق‌القدم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r">
            <a:defRPr sz="1613" b="1">
              <a:solidFill>
                <a:srgbClr val="101820"/>
              </a:solidFill>
              <a:latin typeface="Tahoma"/>
              <a:ea typeface="Tahoma"/>
              <a:cs typeface="Tahoma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حق‌القدم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7CDD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7CDD3"/>
              </a:solidFill>
            </c:spPr>
          </c:dPt>
          <c:cat>
            <c:strLit>
              <c:ptCount val="6"/>
              <c:pt idx="0">
                <c:v>۶ اداره</c:v>
              </c:pt>
              <c:pt idx="1">
                <c:v>۵ اداره</c:v>
              </c:pt>
              <c:pt idx="2">
                <c:v>۴ اداره</c:v>
              </c:pt>
              <c:pt idx="3">
                <c:v>۳ اداره</c:v>
              </c:pt>
              <c:pt idx="4">
                <c:v>۲ اداره</c:v>
              </c:pt>
              <c:pt idx="5">
                <c:v>۱ اداره</c:v>
              </c:pt>
            </c:strLit>
          </c:cat>
          <c:val>
            <c:numLit>
              <c:formatCode>0.0</c:formatCode>
              <c:ptCount val="6"/>
              <c:pt idx="0">
                <c:v>0</c:v>
              </c:pt>
              <c:pt idx="1">
                <c:v>5</c:v>
              </c:pt>
              <c:pt idx="2">
                <c:v>6</c:v>
              </c:pt>
              <c:pt idx="3">
                <c:v>6</c:v>
              </c:pt>
              <c:pt idx="4">
                <c:v>10.5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ADDA5CF-502B-44A8-886B-2484794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توسعه قابل روایی نمونه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58EDC4-6CE1-4F44-A815-8D4A40C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96964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5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وضعیت گزارش</a:t>
            </a:r>
          </a:p>
          <a:p xmlns:a="http://schemas.openxmlformats.org/drawingml/2006/main">
            <a:pPr algn="r">
              <a:defRPr sz="55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تابعه ادارات نمازخانه‌های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6BEB6EAB-D0D0-489E-AAEB-FEA93D71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48E29BE-391D-4CD0-A575-E30C846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712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نماز اقامه انتظام و زیرساخت حضور، | اداره شش</a:t>
            </a:r>
          </a:p>
        </p:txBody>
      </p:sp>
      <p:sp>
        <p:nvSpPr>
          <p:cNvPr id="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3BB395A6-6DD1-42E6-A46C-23685DED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86450"/>
            <a:ext cx="545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میدانی بازدیدهای و ادارات اعلامی اطلاعات پایه بر</a:t>
            </a:r>
          </a:p>
        </p:txBody>
      </p:sp>
      <p:sp>
        <p:nvSpPr>
          <p:cNvPr id="6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35558D12-0A0F-49CE-8052-C8FBA1C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</p:spTree>
    <p:extLst>
      <p:ext uri="{BB962C8B-B14F-4D97-AF65-F5344CB8AC3E}">
        <p14:creationId xmlns:p14="http://schemas.microsoft.com/office/powerpoint/2010/main" val="204187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FF3C445B-E6D3-4E10-AF55-83447FC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D089A-6C52-4DD6-A9A3-B1EE44B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نمازگزاران تعداد مکمل مشارکت؛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19B2D5-9720-476A-A32F-741022E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e2f6d10b224495"/>
          </a:graphicData>
        </a:graphic>
      </p:graphicFrame>
      <p:sp>
        <p:nvSpPr>
          <p:cNvPr id="5" name="participation-top-panel">
            <a:extLst xmlns:a="http://schemas.openxmlformats.org/drawingml/2006/main">
              <a:ext uri="{FF2B5EF4-FFF2-40B4-BE49-F238E27FC236}">
                <a16:creationId xmlns:a16="http://schemas.microsoft.com/office/drawing/2014/main" id="{D3B73278-6F7C-4FB7-ADC9-B7BE926D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ticipation-top-accent">
            <a:extLst xmlns:a="http://schemas.openxmlformats.org/drawingml/2006/main">
              <a:ext uri="{FF2B5EF4-FFF2-40B4-BE49-F238E27FC236}">
                <a16:creationId xmlns:a16="http://schemas.microsoft.com/office/drawing/2014/main" id="{2D2ECF00-77E4-4AFA-A8B6-6AC0D545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7526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ticipation-top-number">
            <a:extLst xmlns:a="http://schemas.openxmlformats.org/drawingml/2006/main">
              <a:ext uri="{FF2B5EF4-FFF2-40B4-BE49-F238E27FC236}">
                <a16:creationId xmlns:a16="http://schemas.microsoft.com/office/drawing/2014/main" id="{7B6AFFC4-B0D7-438E-A87F-3062954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۷۰٪</a:t>
            </a:r>
          </a:p>
        </p:txBody>
      </p:sp>
      <p:sp>
        <p:nvSpPr>
          <p:cNvPr id="8" name="participation-top-label">
            <a:extLst xmlns:a="http://schemas.openxmlformats.org/drawingml/2006/main">
              <a:ext uri="{FF2B5EF4-FFF2-40B4-BE49-F238E27FC236}">
                <a16:creationId xmlns:a16="http://schemas.microsoft.com/office/drawing/2014/main" id="{AFB6DC24-F4CA-41C4-869F-BFB02B7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مشارکت نسبت بالاترین</a:t>
            </a:r>
          </a:p>
        </p:txBody>
      </p:sp>
      <p:sp>
        <p:nvSpPr>
          <p:cNvPr id="9" name="participation-top-detail">
            <a:extLst xmlns:a="http://schemas.openxmlformats.org/drawingml/2006/main">
              <a:ext uri="{FF2B5EF4-FFF2-40B4-BE49-F238E27FC236}">
                <a16:creationId xmlns:a16="http://schemas.microsoft.com/office/drawing/2014/main" id="{C21FFCD6-5256-40A9-AE31-8B2CCB0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همکار جماعت امام ۶؛ اداره</a:t>
            </a:r>
          </a:p>
        </p:txBody>
      </p:sp>
      <p:sp>
        <p:nvSpPr>
          <p:cNvPr id="10" name="participation-mid-panel">
            <a:extLst xmlns:a="http://schemas.openxmlformats.org/drawingml/2006/main">
              <a:ext uri="{FF2B5EF4-FFF2-40B4-BE49-F238E27FC236}">
                <a16:creationId xmlns:a16="http://schemas.microsoft.com/office/drawing/2014/main" id="{88DFB7D8-7526-4586-AE72-1E1CB8F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rticipation-mid-accent">
            <a:extLst xmlns:a="http://schemas.openxmlformats.org/drawingml/2006/main">
              <a:ext uri="{FF2B5EF4-FFF2-40B4-BE49-F238E27FC236}">
                <a16:creationId xmlns:a16="http://schemas.microsoft.com/office/drawing/2014/main" id="{2671B7EA-DD7E-4E65-82CD-B366679E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1051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cipation-mid-number">
            <a:extLst xmlns:a="http://schemas.openxmlformats.org/drawingml/2006/main">
              <a:ext uri="{FF2B5EF4-FFF2-40B4-BE49-F238E27FC236}">
                <a16:creationId xmlns:a16="http://schemas.microsoft.com/office/drawing/2014/main" id="{CB2672FE-B397-4B31-94E3-3F334F7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۵۰٪+</a:t>
            </a:r>
          </a:p>
        </p:txBody>
      </p:sp>
      <p:sp>
        <p:nvSpPr>
          <p:cNvPr id="13" name="participation-mid-label">
            <a:extLst xmlns:a="http://schemas.openxmlformats.org/drawingml/2006/main">
              <a:ext uri="{FF2B5EF4-FFF2-40B4-BE49-F238E27FC236}">
                <a16:creationId xmlns:a16="http://schemas.microsoft.com/office/drawing/2014/main" id="{0C1D4D91-C4FB-4387-A61F-0C832553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اداره سه در</a:t>
            </a:r>
          </a:p>
        </p:txBody>
      </p:sp>
      <p:sp>
        <p:nvSpPr>
          <p:cNvPr id="14" name="participation-mid-detail">
            <a:extLst xmlns:a="http://schemas.openxmlformats.org/drawingml/2006/main">
              <a:ext uri="{FF2B5EF4-FFF2-40B4-BE49-F238E27FC236}">
                <a16:creationId xmlns:a16="http://schemas.microsoft.com/office/drawing/2014/main" id="{317A6C28-50B5-46AA-A14D-C4299B3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۴ ۳، ادارات</a:t>
            </a:r>
          </a:p>
        </p:txBody>
      </p:sp>
      <p:sp>
        <p:nvSpPr>
          <p:cNvPr id="15" name="participation-low-panel">
            <a:extLst xmlns:a="http://schemas.openxmlformats.org/drawingml/2006/main">
              <a:ext uri="{FF2B5EF4-FFF2-40B4-BE49-F238E27FC236}">
                <a16:creationId xmlns:a16="http://schemas.microsoft.com/office/drawing/2014/main" id="{BC65FC41-4A7E-443D-8D1C-D12DAAA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577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rticipation-low-accent">
            <a:extLst xmlns:a="http://schemas.openxmlformats.org/drawingml/2006/main">
              <a:ext uri="{FF2B5EF4-FFF2-40B4-BE49-F238E27FC236}">
                <a16:creationId xmlns:a16="http://schemas.microsoft.com/office/drawing/2014/main" id="{19B9B59F-2677-423B-A16D-9E409FFD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4577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icipation-low-number">
            <a:extLst xmlns:a="http://schemas.openxmlformats.org/drawingml/2006/main">
              <a:ext uri="{FF2B5EF4-FFF2-40B4-BE49-F238E27FC236}">
                <a16:creationId xmlns:a16="http://schemas.microsoft.com/office/drawing/2014/main" id="{0AA07019-583A-48CC-83EE-557ABB1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۳۰٪</a:t>
            </a:r>
          </a:p>
        </p:txBody>
      </p:sp>
      <p:sp>
        <p:nvSpPr>
          <p:cNvPr id="18" name="participation-low-label">
            <a:extLst xmlns:a="http://schemas.openxmlformats.org/drawingml/2006/main">
              <a:ext uri="{FF2B5EF4-FFF2-40B4-BE49-F238E27FC236}">
                <a16:creationId xmlns:a16="http://schemas.microsoft.com/office/drawing/2014/main" id="{E2A44A64-AE50-4E60-A355-A972AFD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958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ثبت‌شده نسبت کمترین</a:t>
            </a:r>
          </a:p>
        </p:txBody>
      </p:sp>
      <p:sp>
        <p:nvSpPr>
          <p:cNvPr id="19" name="participation-low-detail">
            <a:extLst xmlns:a="http://schemas.openxmlformats.org/drawingml/2006/main">
              <a:ext uri="{FF2B5EF4-FFF2-40B4-BE49-F238E27FC236}">
                <a16:creationId xmlns:a16="http://schemas.microsoft.com/office/drawing/2014/main" id="{D2939187-C82B-4353-B4D0-2160860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امام نامنظم حضور با همراه ۲؛ اداره</a:t>
            </a:r>
          </a:p>
        </p:txBody>
      </p:sp>
      <p:sp>
        <p:nvSpPr>
          <p:cNvPr id="20" name="ratio-note">
            <a:extLst xmlns:a="http://schemas.openxmlformats.org/drawingml/2006/main">
              <a:ext uri="{FF2B5EF4-FFF2-40B4-BE49-F238E27FC236}">
                <a16:creationId xmlns:a16="http://schemas.microsoft.com/office/drawing/2014/main" id="{74AFBCB1-2F5F-4876-9BEB-27760F7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tio-note-text">
            <a:extLst xmlns:a="http://schemas.openxmlformats.org/drawingml/2006/main">
              <a:ext uri="{FF2B5EF4-FFF2-40B4-BE49-F238E27FC236}">
                <a16:creationId xmlns:a16="http://schemas.microsoft.com/office/drawing/2014/main" id="{E1166F61-B2B9-4FF9-BCBB-557FECC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A4B00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7A4B00"/>
                </a:solidFill>
                <a:latin typeface="Tahoma"/>
                <a:ea typeface="Tahoma"/>
                <a:cs typeface="Tahoma"/>
              </a:rPr>
              <a:t>شود. محاسبه دوباره حاضر، کارکنان شمارش تثبیت از پس ۴ و ۲ ادارات نسبت‌های</a:t>
            </a:r>
          </a:p>
        </p:txBody>
      </p:sp>
      <p:sp>
        <p:nvSpPr>
          <p:cNvPr id="2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036AF926-A829-43DF-99C9-B1301EDA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</p:spTree>
    <p:extLst>
      <p:ext uri="{BB962C8B-B14F-4D97-AF65-F5344CB8AC3E}">
        <p14:creationId xmlns:p14="http://schemas.microsoft.com/office/powerpoint/2010/main" val="384728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2C035334-BBDD-4A8A-9419-80DDAE3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تابعه ادارات نمازخانه‌های وضعیت گزارش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7B6043-2C21-4197-B80A-CB813577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"/>
            <a:ext cx="10791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75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اجرا کیفیت اولویت و حق‌القدم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3B2D2F-EF7F-499B-90F9-456F77ED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DD3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733550"/>
          <a:ext xmlns:a="http://schemas.openxmlformats.org/drawingml/2006/main" cx="70961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ce9513a68d4937"/>
          </a:graphicData>
        </a:graphic>
      </p:graphicFrame>
      <p:sp>
        <p:nvSpPr>
          <p:cNvPr id="5" name="payment-total-panel">
            <a:extLst xmlns:a="http://schemas.openxmlformats.org/drawingml/2006/main">
              <a:ext uri="{FF2B5EF4-FFF2-40B4-BE49-F238E27FC236}">
                <a16:creationId xmlns:a16="http://schemas.microsoft.com/office/drawing/2014/main" id="{DCB29DEB-C6F9-469A-8B14-57C4406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yment-total-accent">
            <a:extLst xmlns:a="http://schemas.openxmlformats.org/drawingml/2006/main">
              <a:ext uri="{FF2B5EF4-FFF2-40B4-BE49-F238E27FC236}">
                <a16:creationId xmlns:a16="http://schemas.microsoft.com/office/drawing/2014/main" id="{9D3ECFE3-AD1D-4F95-9979-B18EAE76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7335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yment-total-number">
            <a:extLst xmlns:a="http://schemas.openxmlformats.org/drawingml/2006/main">
              <a:ext uri="{FF2B5EF4-FFF2-40B4-BE49-F238E27FC236}">
                <a16:creationId xmlns:a16="http://schemas.microsoft.com/office/drawing/2014/main" id="{AA0C7B38-43A9-4E66-9FA0-DD95D039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۲۷٫۵</a:t>
            </a:r>
          </a:p>
        </p:txBody>
      </p:sp>
      <p:sp>
        <p:nvSpPr>
          <p:cNvPr id="8" name="payment-total-label">
            <a:extLst xmlns:a="http://schemas.openxmlformats.org/drawingml/2006/main">
              <a:ext uri="{FF2B5EF4-FFF2-40B4-BE49-F238E27FC236}">
                <a16:creationId xmlns:a16="http://schemas.microsoft.com/office/drawing/2014/main" id="{6311DFE5-139F-408F-A435-21AFC2B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مدعو ائمه حق‌القدم مجموع</a:t>
            </a:r>
          </a:p>
        </p:txBody>
      </p:sp>
      <p:sp>
        <p:nvSpPr>
          <p:cNvPr id="9" name="payment-total-detail">
            <a:extLst xmlns:a="http://schemas.openxmlformats.org/drawingml/2006/main">
              <a:ext uri="{FF2B5EF4-FFF2-40B4-BE49-F238E27FC236}">
                <a16:creationId xmlns:a16="http://schemas.microsoft.com/office/drawing/2014/main" id="{136EC7E2-9016-4FB5-ADCE-6F42F4B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اداره چهار در | تومان میلیون</a:t>
            </a:r>
          </a:p>
        </p:txBody>
      </p:sp>
      <p:sp>
        <p:nvSpPr>
          <p:cNvPr id="10" name="employee-imams-panel">
            <a:extLst xmlns:a="http://schemas.openxmlformats.org/drawingml/2006/main">
              <a:ext uri="{FF2B5EF4-FFF2-40B4-BE49-F238E27FC236}">
                <a16:creationId xmlns:a16="http://schemas.microsoft.com/office/drawing/2014/main" id="{983453AF-63CA-4B5B-B9AD-432A240C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mployee-imams-accent">
            <a:extLst xmlns:a="http://schemas.openxmlformats.org/drawingml/2006/main">
              <a:ext uri="{FF2B5EF4-FFF2-40B4-BE49-F238E27FC236}">
                <a16:creationId xmlns:a16="http://schemas.microsoft.com/office/drawing/2014/main" id="{2AE84088-AF98-46E4-A3CB-C6C1BAB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08610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mployee-imams-number">
            <a:extLst xmlns:a="http://schemas.openxmlformats.org/drawingml/2006/main">
              <a:ext uri="{FF2B5EF4-FFF2-40B4-BE49-F238E27FC236}">
                <a16:creationId xmlns:a16="http://schemas.microsoft.com/office/drawing/2014/main" id="{A2D48668-BDF3-4C8A-8EC1-52EF8286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3" name="employee-imams-label">
            <a:extLst xmlns:a="http://schemas.openxmlformats.org/drawingml/2006/main">
              <a:ext uri="{FF2B5EF4-FFF2-40B4-BE49-F238E27FC236}">
                <a16:creationId xmlns:a16="http://schemas.microsoft.com/office/drawing/2014/main" id="{ACE3D24F-BB25-400E-B962-D8BD53C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2427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حق‌القدم بدون</a:t>
            </a:r>
          </a:p>
        </p:txBody>
      </p:sp>
      <p:sp>
        <p:nvSpPr>
          <p:cNvPr id="14" name="employee-imams-detail">
            <a:extLst xmlns:a="http://schemas.openxmlformats.org/drawingml/2006/main">
              <a:ext uri="{FF2B5EF4-FFF2-40B4-BE49-F238E27FC236}">
                <a16:creationId xmlns:a16="http://schemas.microsoft.com/office/drawing/2014/main" id="{24B23B23-E8B4-416C-858A-55E216DE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۱ ادارات | همکار جماعت امام</a:t>
            </a:r>
          </a:p>
        </p:txBody>
      </p:sp>
      <p:sp>
        <p:nvSpPr>
          <p:cNvPr id="15" name="next-actions-panel">
            <a:extLst xmlns:a="http://schemas.openxmlformats.org/drawingml/2006/main">
              <a:ext uri="{FF2B5EF4-FFF2-40B4-BE49-F238E27FC236}">
                <a16:creationId xmlns:a16="http://schemas.microsoft.com/office/drawing/2014/main" id="{10BE9396-2FBE-420A-BC0A-2D5FD7B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37719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ext-actions-accent">
            <a:extLst xmlns:a="http://schemas.openxmlformats.org/drawingml/2006/main">
              <a:ext uri="{FF2B5EF4-FFF2-40B4-BE49-F238E27FC236}">
                <a16:creationId xmlns:a16="http://schemas.microsoft.com/office/drawing/2014/main" id="{B6CD6AF8-6525-48D0-A982-75550CDA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438650"/>
            <a:ext cx="1143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actions-number">
            <a:extLst xmlns:a="http://schemas.openxmlformats.org/drawingml/2006/main">
              <a:ext uri="{FF2B5EF4-FFF2-40B4-BE49-F238E27FC236}">
                <a16:creationId xmlns:a16="http://schemas.microsoft.com/office/drawing/2014/main" id="{97888F49-79E9-43DD-B426-F7919B87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18" name="next-actions-label">
            <a:extLst xmlns:a="http://schemas.openxmlformats.org/drawingml/2006/main">
              <a:ext uri="{FF2B5EF4-FFF2-40B4-BE49-F238E27FC236}">
                <a16:creationId xmlns:a16="http://schemas.microsoft.com/office/drawing/2014/main" id="{20A58A8F-3371-4D0F-9046-2E38CED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768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1613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اجرا کیفیت و داده تثبیت</a:t>
            </a:r>
          </a:p>
        </p:txBody>
      </p:sp>
      <p:sp>
        <p:nvSpPr>
          <p:cNvPr id="19" name="next-actions-detail">
            <a:extLst xmlns:a="http://schemas.openxmlformats.org/drawingml/2006/main">
              <a:ext uri="{FF2B5EF4-FFF2-40B4-BE49-F238E27FC236}">
                <a16:creationId xmlns:a16="http://schemas.microsoft.com/office/drawing/2014/main" id="{1B1F5983-9CF2-4970-B30A-159DC4E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۶ و ۲ در امام انتظام ۴؛ و ۲ تعدیل</a:t>
            </a:r>
          </a:p>
        </p:txBody>
      </p:sp>
      <p:sp>
        <p:nvSpPr>
          <p:cNvPr id="20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5350B678-6410-4D1B-8170-F24F0815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message-text">
            <a:extLst xmlns:a="http://schemas.openxmlformats.org/drawingml/2006/main">
              <a:ext uri="{FF2B5EF4-FFF2-40B4-BE49-F238E27FC236}">
                <a16:creationId xmlns:a16="http://schemas.microsoft.com/office/drawing/2014/main" id="{C09B670D-1319-41C4-9E12-8F21D92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10934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1">
                <a:solidFill>
                  <a:srgbClr val="174F72"/>
                </a:solidFill>
                <a:latin typeface="Tahoma"/>
                <a:ea typeface="Tahoma"/>
                <a:cs typeface="Tahoma"/>
              </a:defRPr>
            </a:pPr>
            <a:r>
              <a:rPr sz="1313" b="1">
                <a:solidFill>
                  <a:srgbClr val="174F72"/>
                </a:solidFill>
                <a:latin typeface="Tahoma"/>
                <a:ea typeface="Tahoma"/>
                <a:cs typeface="Tahoma"/>
              </a:rPr>
              <a:t>است. نماز اقامه انتظام ارتقای و حضور سنجش مبنای تثبیت اولویت، است؛ فراهم عمومی زیرساخت مدیریتی: جمع‌بندی</a:t>
            </a:r>
          </a:p>
        </p:txBody>
      </p:sp>
      <p:sp>
        <p:nvSpPr>
          <p:cNvPr id="2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053B6F2-E0F7-48C9-8FBB-4897B2A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</p:spTree>
    <p:extLst>
      <p:ext uri="{BB962C8B-B14F-4D97-AF65-F5344CB8AC3E}">
        <p14:creationId xmlns:p14="http://schemas.microsoft.com/office/powerpoint/2010/main" val="162388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2026-08-13T05:45:33.9350000Z</dcterms:created>
  <dcterms:modified xsi:type="dcterms:W3CDTF">2026-08-13T05:45:33.9350000Z</dcterms:modified>
</coreProperties>
</file>